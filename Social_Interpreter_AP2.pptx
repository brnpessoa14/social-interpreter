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Em uma frase: o Social Interpreter traduz sinais sociais — ironia, tom, intenções ocultas — em linguagem clara, e devolve respostas prontas. Aceita texto, voz, print e PDF. Apresente o grupo e diga que o sistema está rodando ao vivo para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central: estima-se que até 20% das pessoas sejam neurodivergentes, e cerca de 70% da comunicação humana é não literal. Para quem processa de forma literal, essa zona cinzenta gera ansiedade e o esforço constante de 'masking', que causa burnout social. Duas personas: o estudante que não sabe ler o tom do professor e o profissional que não sabe responder a um feedback indireto.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em três passos. 1) A pessoa cola texto, grava voz, manda um print ou um PDF — e tudo é extraído no próprio navegador. 2) A IA da Groq, com Llama 3.3 70B, lê o tom, resume a situação e identifica intenções ocultas. 3) Devolve três respostas calibradas — Neutra, Assertiva e Acolhedora — prontas para copiar. Reforce a privacidade: nada é persistido.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arquitetura é deliberadamente enxuta: uma SPA em Vanilla JS, sem backend próprio. A inteligência vem da Groq — Llama 3.3 70B para a análise e Whisper para áudio, com velocidade de centenas de tokens por segundo via LPU. OCR (Tesseract.js) e leitura de PDF (PDF.js) acontecem no próprio navegador, o que reforça a privacidade: nada trafega para servidores externos além da chamada de IA, e nada é salvo.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Mostre o sistema rodando ao vivo (link na tela): cole o e-mail de um professor, gere a interpretação, copie a resposta assertiva e aponte o aviso de validação profissional. Depois, o roadmap em três horizontes — extensão de navegador no curto prazo, app mobile e plano PRO no médio, e IA 100% offline no longo prazo. Encerre lembrando que é uma ferramenta de apoio, não substitui profissional em situações sensíveis.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566160"/>
            <a:ext cx="5120640" cy="5120640"/>
          </a:xfrm>
          <a:prstGeom prst="ellipse">
            <a:avLst/>
          </a:prstGeom>
          <a:solidFill>
            <a:srgbClr val="4F46E5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280160"/>
            <a:ext cx="3108960" cy="3108960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846320"/>
            <a:ext cx="2743200" cy="27432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868680"/>
            <a:ext cx="1024128" cy="1024128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14300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488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Interpreter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50392" y="31272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spc="1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Acessibilidade Cognitiva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50392" y="3794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camada de tradução social que ajuda pessoas neurodivergentes a entender mensagens ambíguas e responder com segurança — a partir de texto, voz, print ou PDF.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50392" y="4892040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48920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148840" y="4892040"/>
            <a:ext cx="841248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48840" y="489204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191256" y="4892040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91256" y="4892040"/>
            <a:ext cx="1225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617720" y="4892040"/>
            <a:ext cx="841248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17720" y="489204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0392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AP2  ·  IBMEC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50392" y="634593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 ·  Bruno Pessoa  ·  João Victor Bathomarco  ·  Guilherme Bastos  ·  Gabriel de Santi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zona cinzenta da comunicação social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529584" cy="1664208"/>
          </a:xfrm>
          <a:prstGeom prst="roundRect">
            <a:avLst>
              <a:gd name="adj" fmla="val 5495"/>
            </a:avLst>
          </a:prstGeom>
          <a:solidFill>
            <a:srgbClr val="F4F5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47088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59536" y="259689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população mundial tem algum grau de neurodivergência.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25112" y="1627632"/>
            <a:ext cx="3529584" cy="1664208"/>
          </a:xfrm>
          <a:prstGeom prst="roundRect">
            <a:avLst>
              <a:gd name="adj" fmla="val 5495"/>
            </a:avLst>
          </a:prstGeom>
          <a:solidFill>
            <a:srgbClr val="F4F5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1847088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36008" y="259689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comunicação humana é não literal: ironia, implícitos e tom.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01584" y="1627632"/>
            <a:ext cx="3529584" cy="1664208"/>
          </a:xfrm>
          <a:prstGeom prst="roundRect">
            <a:avLst>
              <a:gd name="adj" fmla="val 5495"/>
            </a:avLst>
          </a:prstGeom>
          <a:solidFill>
            <a:srgbClr val="F4F5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94192" y="1901952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BE123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496" y="2048256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25712" y="193852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412480" y="257860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comportamentos neurotípicos gera ansiedade, paralisia por análise e burnout social.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584448"/>
            <a:ext cx="544982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3968496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4F46E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420624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65960" y="4041648"/>
            <a:ext cx="3712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 · Acadêmica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932688" y="4910328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neurodivergente que recebe e-mails curtos de professores e não consegue distinguir se o tom é cobrança formal ou apenas informativo.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300216" y="3584448"/>
            <a:ext cx="544982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665976" y="3968496"/>
            <a:ext cx="841248" cy="841248"/>
          </a:xfrm>
          <a:prstGeom prst="roundRect">
            <a:avLst>
              <a:gd name="adj" fmla="val 15217"/>
            </a:avLst>
          </a:prstGeom>
          <a:solidFill>
            <a:srgbClr val="4F46E5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20624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717536" y="4041648"/>
            <a:ext cx="3712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B · Corporativa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684264" y="4910328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em cargo técnico que recebe feedbacks subentendidos no Slack/Teams e não sabe responder sem parecer rude ou submisso.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mensagem confusa à resposta segura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F4F5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30552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5000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96112" y="3081528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multimodal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96112" y="3566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· Voz · Imagem · PDF</a:t>
            </a:r>
            <a:endParaRPr lang="en-US" sz="13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(Tesseract.js), transcrição (Whisper) e parsing (PDF.js) extraem tudo dentro do navegador.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98264" y="1783080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F4F5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45736" y="2130552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4F46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35000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58584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4745736" y="3081528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por IA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4745736" y="3566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Llama 3.3 70B identifica o tom provável, resume a situação social e revela as intenções ocultas da mensagem.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247888" y="1783080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F4F5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95360" y="2130552"/>
            <a:ext cx="749808" cy="749808"/>
          </a:xfrm>
          <a:prstGeom prst="roundRect">
            <a:avLst>
              <a:gd name="adj" fmla="val 17073"/>
            </a:avLst>
          </a:prstGeom>
          <a:solidFill>
            <a:srgbClr val="4F46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235000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80820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8595360" y="3081528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respostas calibradas</a:t>
            </a:r>
            <a:endParaRPr lang="en-US" sz="1850" dirty="0"/>
          </a:p>
        </p:txBody>
      </p:sp>
      <p:sp>
        <p:nvSpPr>
          <p:cNvPr id="21" name="Shape 16"/>
          <p:cNvSpPr/>
          <p:nvPr/>
        </p:nvSpPr>
        <p:spPr>
          <a:xfrm>
            <a:off x="8595360" y="357530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2" name="Text 17"/>
          <p:cNvSpPr/>
          <p:nvPr/>
        </p:nvSpPr>
        <p:spPr>
          <a:xfrm>
            <a:off x="8595360" y="3575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595360" y="403250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24" name="Text 19"/>
          <p:cNvSpPr/>
          <p:nvPr/>
        </p:nvSpPr>
        <p:spPr>
          <a:xfrm>
            <a:off x="8595360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Assertiva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595360" y="448970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/>
        </p:spPr>
      </p:sp>
      <p:sp>
        <p:nvSpPr>
          <p:cNvPr id="26" name="Text 21"/>
          <p:cNvSpPr/>
          <p:nvPr/>
        </p:nvSpPr>
        <p:spPr>
          <a:xfrm>
            <a:off x="8595360" y="44897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Acolhedora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0460736" y="365760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Prontas para copiar.</a:t>
            </a:r>
            <a:endParaRPr lang="en-US" sz="12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216" y="3204972"/>
            <a:ext cx="384048" cy="384048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3204972"/>
            <a:ext cx="384048" cy="384048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870448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50976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efêmera  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nada é salvo em servidor; o processamento é volátil (stateless).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&amp;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por fora, potente por dentro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sem backend pesado: tudo roda no navegador e a inteligência vem da Groq. Footprint mínimo, baixo custo e privacidade por padrão.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3538728" cy="1755648"/>
          </a:xfrm>
          <a:prstGeom prst="roundRect">
            <a:avLst>
              <a:gd name="adj" fmla="val 5208"/>
            </a:avLst>
          </a:prstGeom>
          <a:solidFill>
            <a:srgbClr val="F4F5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54203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4F46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75234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2523744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· Groq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7824" y="3291840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NLP: tom, contexto social e geração das respostas.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52544" y="2212848"/>
            <a:ext cx="3538728" cy="1755648"/>
          </a:xfrm>
          <a:prstGeom prst="roundRect">
            <a:avLst>
              <a:gd name="adj" fmla="val 5208"/>
            </a:avLst>
          </a:prstGeom>
          <a:solidFill>
            <a:srgbClr val="F4F5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54203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4F46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75234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22976" y="2523744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 V3 · Groq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81728" y="3291840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Transcrição de áudio em pt-BR de alta fidelidade.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56448" y="2212848"/>
            <a:ext cx="3538728" cy="1755648"/>
          </a:xfrm>
          <a:prstGeom prst="roundRect">
            <a:avLst>
              <a:gd name="adj" fmla="val 5208"/>
            </a:avLst>
          </a:prstGeom>
          <a:solidFill>
            <a:srgbClr val="F4F5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67344" y="254203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4F46E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275234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0" y="2523744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85632" y="3291840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de prints de conversa, 100% no navegador.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4151376"/>
            <a:ext cx="3538728" cy="1755648"/>
          </a:xfrm>
          <a:prstGeom prst="roundRect">
            <a:avLst>
              <a:gd name="adj" fmla="val 5208"/>
            </a:avLst>
          </a:prstGeom>
          <a:solidFill>
            <a:srgbClr val="F4F5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59536" y="448056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4F46E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69087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19072" y="4462272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PDF.js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77824" y="5230368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texto de PDFs direto no browser.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352544" y="4151376"/>
            <a:ext cx="3538728" cy="1755648"/>
          </a:xfrm>
          <a:prstGeom prst="roundRect">
            <a:avLst>
              <a:gd name="adj" fmla="val 5208"/>
            </a:avLst>
          </a:prstGeom>
          <a:solidFill>
            <a:srgbClr val="F4F5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448056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4F46E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4690872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22976" y="4462272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CSS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681728" y="5230368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leve, sem framework, foco em acessibilidade.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156448" y="4151376"/>
            <a:ext cx="3538728" cy="1755648"/>
          </a:xfrm>
          <a:prstGeom prst="roundRect">
            <a:avLst>
              <a:gd name="adj" fmla="val 5208"/>
            </a:avLst>
          </a:prstGeom>
          <a:solidFill>
            <a:srgbClr val="F4F5F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67344" y="448056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4F46E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656" y="4690872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26880" y="4462272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efêmera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485632" y="5230368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Stateless: nenhuma mensagem é salva em banco.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3840480"/>
            <a:ext cx="4754880" cy="4754880"/>
          </a:xfrm>
          <a:prstGeom prst="ellipse">
            <a:avLst/>
          </a:prstGeom>
          <a:solidFill>
            <a:srgbClr val="4F46E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188720"/>
            <a:ext cx="2926080" cy="2926080"/>
          </a:xfrm>
          <a:prstGeom prst="ellipse">
            <a:avLst/>
          </a:prstGeom>
          <a:solidFill>
            <a:srgbClr val="2DD4BF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2062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rodando — e para onde vamos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257800" cy="3703320"/>
          </a:xfrm>
          <a:prstGeom prst="roundRect">
            <a:avLst>
              <a:gd name="adj" fmla="val 2469"/>
            </a:avLst>
          </a:prstGeom>
          <a:solidFill>
            <a:srgbClr val="27225C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2082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0253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mostrar agora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24128" y="2679192"/>
            <a:ext cx="4526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curto de um professor (texto ou print)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Interpretar: leitura literal + intenção provável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uma resposta assertiva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aviso de validação profissional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024128" y="4599432"/>
            <a:ext cx="4489704" cy="548640"/>
          </a:xfrm>
          <a:prstGeom prst="round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476402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36192" y="459943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brnpessoa14.github.io/social-interpreter</a:t>
            </a:r>
            <a:endParaRPr lang="en-US" sz="13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1907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93408" y="1700784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199632" y="2249424"/>
            <a:ext cx="5440680" cy="1060704"/>
          </a:xfrm>
          <a:prstGeom prst="roundRect">
            <a:avLst>
              <a:gd name="adj" fmla="val 8621"/>
            </a:avLst>
          </a:prstGeom>
          <a:solidFill>
            <a:srgbClr val="27225C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73952" y="249631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4F46E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26426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05472" y="24140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prazo · Extensão de navegador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205472" y="277977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 em tempo real no WhatsApp Web, LinkedIn e Slack.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199632" y="3493008"/>
            <a:ext cx="5440680" cy="1060704"/>
          </a:xfrm>
          <a:prstGeom prst="roundRect">
            <a:avLst>
              <a:gd name="adj" fmla="val 8621"/>
            </a:avLst>
          </a:prstGeom>
          <a:solidFill>
            <a:srgbClr val="27225C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73952" y="373989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4F46E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388620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05472" y="36576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prazo · App mobile + PRO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205472" y="402336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 que sugere tons; backend Supabase para assinaturas.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199632" y="4736592"/>
            <a:ext cx="5440680" cy="1060704"/>
          </a:xfrm>
          <a:prstGeom prst="roundRect">
            <a:avLst>
              <a:gd name="adj" fmla="val 8621"/>
            </a:avLst>
          </a:prstGeom>
          <a:solidFill>
            <a:srgbClr val="27225C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73952" y="49834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4F46E5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512978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205472" y="49011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 prazo · IA 100% offline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7205472" y="526694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WebLLM/ONNX no dispositivo e validação clínica com universidades.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640080" y="6108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de comunicação  </a:t>
            </a:r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não substitui um profissional em casos de assédio, saúde, crise emocional, contrato ou risco jurídico.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Interpreter — IA para Acessibilidade Cognitiva</dc:title>
  <dc:subject>PptxGenJS Presentation</dc:subject>
  <dc:creator>Bruno Pessoa</dc:creator>
  <cp:lastModifiedBy>Bruno Pessoa</cp:lastModifiedBy>
  <cp:revision>1</cp:revision>
  <dcterms:created xsi:type="dcterms:W3CDTF">2026-06-17T13:17:56Z</dcterms:created>
  <dcterms:modified xsi:type="dcterms:W3CDTF">2026-06-17T13:17:56Z</dcterms:modified>
</cp:coreProperties>
</file>